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5F7F8"/>
                </a:solidFill>
                <a:latin typeface="Calibri"/>
              </a:rPr>
              <a:t>NEXUS CAMPUS</a:t>
            </a:r>
          </a:p>
          <a:p>
            <a:r>
              <a:rPr sz="2200" b="0">
                <a:solidFill>
                  <a:srgbClr val="1FA7A0"/>
                </a:solidFill>
                <a:latin typeface="Calibri"/>
              </a:rPr>
              <a:t>Carpooling seguro para estudiantes universitarios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Startup Pitch Challenge · EPN · Julio 2026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Alisson Muñoz · Carlos Quintana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El problema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Movilidad estudiantil cara, insegura y poco eficiente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Estudiantes de Quito pagan transporte diario alto en trayectos cortos y repetitivos.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Apps generales (Uber/inDrive) no verifican pertenencia universitaria.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Compartir viaje informal no tiene seguimiento, reputación ni protocolo de emergencia.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Oportunidad: rutas diarias al campus ya existen; falta la capa de confianza.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La solución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Nexus Campus 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App de viajes compartidos solo para estudiantes verificados (@epn.edu.ec).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Publica ruta → solicita cupo con parada sobre la ruta → negocia precio → viaja con GPS.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Seguridad: SOS, contactos de emergencia, calificaciones y aprobación de vehículo.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Tarifa sugerida: $0.80 + $0.45/km (mín. $1.00), alineada al código de la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Producto / Demo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Lo que se ve en 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Auth + onboarding institucional (pasajero / conductor).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Mapa OSM + rutas OSRM + navegación en vivo con polilínea restante.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Solicitudes de cupo vs notificaciones (chat, fin de viaje, SOS).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Auto-notificación al llegar a parada y auto-fin al destino.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Stack: Flutter · Appwrite · Riverpod · GoRouter · flutter_map.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Modelo de negocio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Cómo genera dinero (proyección)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Comisión proyectada 10% sobre tarifa del viaje (ej. $0.215 en viaje promedio 3 km).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Convenio institucional con universidades (piloto: $500/mes desde mes 6).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Hoy el prototipo calcula y negocia precio; la comisión aún no se cobra en app.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CAC estimado ~$0.34 (marketing $100/mes / 3.500 usuarios año 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Mercado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TAM / SAM / SOM (enfoque piloto EPN)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TAM: estudiantes universitarios con smartphone en Ecuador (~1M+).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SAM: universidades grandes en Quito con movilidad diaria al campus.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SOM (año 1): EPN piloto → ~3.500 registrados / ~2.100 activos (mes 12).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Go-to-market: campus ambassadors, redes, afiches y respaldo institucional.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Competencia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Ventaja: confianza universitaria +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UTMACH Rides: similar, sin SOS ni tracking en vivo.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Uber / inDrive: nacionales, sin verificación institucional.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BlaBlaCar: trayectos largos, no campus.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Nexus: verificación EPN + SOS + GPS + convenio institucional.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Tracción e hitos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Lo construido (MVP feature-complete)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App Android operativa v1.2.13 con flujo conductor/pasajero completo.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Backend Appwrite: 10 colecciones (incl. trip_locations) + storage.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Repo público + documentación de negocio/técnica del examen.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Siguiente: video promo, piloto cerrado EPN, medir retención semanal.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Equipo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Por qué nosotros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Alisson Muñoz — producto, UX, pitch y negocio.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Carlos Quintana — arquitectura Flutter/Appwrite y demo técnica.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Estudiantes EPN: conocemos el dolor de movilidad del campus.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Roles flexibles: CEO/Pitcher + CTO/Lead Dev (según rúbrica del curso).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Números clave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Proyección corregida (viaje = 1 ruta, ~3 participantes)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Tarifa promedio 3 km: $2.15 → comisión 10% = $0.215 / viaje.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Costos fijos proyectados: $162/mes (marketing $100 + infra $45 + ops $17).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Mes 6: ~2.880 viajes → ~$619 comisión + $500 convenio = $1.119.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Punto de equilibrio ~753 viajes/mes (~94 usuarios activos).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MRR mes 12 proyectado ~$1.704 | LTV 6 meses/usuario ≈ $3.4 &gt; CAC $0.34.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8"/>
                </a:solidFill>
                <a:latin typeface="Calibri"/>
              </a:rPr>
              <a:t>La pregunta</a:t>
            </a:r>
          </a:p>
          <a:p>
            <a:r>
              <a:rPr sz="1600" b="0">
                <a:solidFill>
                  <a:srgbClr val="B8C4CC"/>
                </a:solidFill>
                <a:latin typeface="Calibri"/>
              </a:rPr>
              <a:t>Inversión simulada · Demo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Pedimos la 'inversión' completa del fondo académico (20/20).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Uso de fondos (simulados): piloto EPN, marketing campus, hardening prod.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Meta 90 días: 500 usuarios activos semanales y 1 convenio institucional.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7F8"/>
                </a:solidFill>
                <a:latin typeface="Calibri"/>
              </a:rPr>
              <a:t>Nexus Campus: menos gasto, más seguridad, misma ruta al campus.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